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0"/>
            <a:ext cx="1109441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</a:rPr>
              <a:t>우주 기사 스크랩 브리핑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맑은 고딕"/>
                <a:ea typeface="맑은 고딕"/>
              </a:rPr>
              <a:t>2026년 8월 12일 기준 · 기사 3건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1. 공기흡입식 추진 위성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</a:rPr>
              <a:t>스페인 크레이오스 스페이스, ABEP 위성 개발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지구 대기 중 공기를 직접 흡입해 추진력으로 사용 (연료 불필요)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초저궤도(VLEO, 고도 100~400km) 장기 운용 목표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리투아니아 콩스버그 나노아비오닉스와 위성 본체 공동 개발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첫 우주 임무 목표 시기: 2027년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</a:rPr>
              <a:t>스크린샷 - 스페인 위성 기사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기사1_스페인_초저궤도위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315" y="1371600"/>
            <a:ext cx="521064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출처: 지디넷코리아, n.news.naver.com/mnews/article/092/0002433681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2. 스페이스X 로켓, 달과 충돌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</a:rPr>
              <a:t>팰컨9 상단 추진체, 8개월 표류 끝에 달 충돌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2025년 1월 발사된 로켓 상단부, 지구 재진입 실패 후 궤도 표류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2026년 8월 5일 시속 약 8,690km로 달 표면 충돌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최대 지름 27m 크레이터 형성 추정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NASA·한국 '다누리' 궤도선의 섀도캠으로 충돌 지점 분석 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</a:rPr>
              <a:t>스크린샷 - 스페이스X 달 충돌 기사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기사3_스페이스X_달충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145" y="1371600"/>
            <a:ext cx="967404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출처: 지디넷코리아, zdnet.co.kr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0"/>
            <a:ext cx="1109441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3. 페르세우스자리 유성우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</a:rPr>
              <a:t>2026년 최적 관측 조건, 시간당 최대 100개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관측 적기: 8월 12일 밤~13일 새벽, 13일 밤~14일 새벽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달빛 방해 없는 합삭 시기와 겹쳐 최적의 관측 조건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국제유성기구(IMO) 예상: 이상적 조건에서 시간당 최대 100개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같은 시기 개기일식·6개 행성 '퍼레이드'도 관측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</a:rPr>
              <a:t>스크린샷 - 페르세우스 유성우 기사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기사2_페르세우스_유성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250" y="1371600"/>
            <a:ext cx="489194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맑은 고딕"/>
                <a:ea typeface="맑은 고딕"/>
              </a:rPr>
              <a:t>출처: 뉴시스, n.news.naver.com/mnews/article/003/0014121673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9997135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1F4E79"/>
                </a:solidFill>
                <a:latin typeface="맑은 고딕"/>
                <a:ea typeface="맑은 고딕"/>
              </a:rPr>
              <a:t>“NASA의 달 정찰 궤도선(LRO)과 한국의 달 궤도선 '다누리'에 탑재된 섀도캠이 충돌 지점의 전후 모습을 촬영할 기회를 찾을 것”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206240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95959"/>
                </a:solidFill>
                <a:latin typeface="맑은 고딕"/>
                <a:ea typeface="맑은 고딕"/>
              </a:rPr>
              <a:t>— 롭 가너, NASA 고다드우주비행센터 대변인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맑은 고딕"/>
                <a:ea typeface="맑은 고딕"/>
              </a:rPr>
              <a:t>종합 시사점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051560"/>
            <a:ext cx="11094415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민간 우주기술 혁신(추진 위성)과 우주 잔해 문제(로켓 충돌)가 동시에 부각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우주 접근이 민간·개인 영역으로 확장되는 흐름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궤도 혼잡·지속가능성 이슈가 기술 발전과 함께 대두</a:t>
            </a:r>
          </a:p>
          <a:p>
            <a:pPr>
              <a:spcAft>
                <a:spcPts val="1400"/>
              </a:spcAft>
            </a:pPr>
            <a:r>
              <a:rPr sz="1800">
                <a:latin typeface="맑은 고딕"/>
                <a:ea typeface="맑은 고딕"/>
              </a:rPr>
              <a:t>•  천문 이벤트(유성우)는 대중이 우주를 직접 체감하는 접점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